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Roboto Mono Medium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-82" y="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5051D-3F46-4575-8925-A5E45D25F045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54D1C-104D-422B-8746-8BB1A87F9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3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6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4.svg"/><Relationship Id="rId5" Type="http://schemas.openxmlformats.org/officeDocument/2006/relationships/image" Target="../media/image3.pn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-3-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5416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Water Pollution Analysis using Power BI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95724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Data Science Project for Environmental Monitoring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analyzes water pollution data from multiple states, cities, and water sources to identify pollution patterns, unsafe water bodies, and major contaminants — using interactive Power BI dashboards to support environmental decision-making.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1228"/>
            <a:ext cx="59861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Project Objectives &amp; Scope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2097732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584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64941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pollution threatens public health, ecosystems, and agriculture. Timely, data-driven insights are essential for effective intervention.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272433" y="2097732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5584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Why Power BI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864941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enables interactive dashboards, real-time filtering, and intuitive visuals — ideal for exploring complex environmental datasets.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048747" y="2097732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558430"/>
            <a:ext cx="1806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Expected Outcomes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864941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high-risk regions, dominant pollutants, vulnerable water sources, and temporal trends to guide policy and remediation efforts.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20"/>
            <a:ext cx="5506938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Dataset Description &amp; Data Preprocessing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435471" y="735509"/>
            <a:ext cx="3676576" cy="1229692"/>
          </a:xfrm>
          <a:prstGeom prst="roundRect">
            <a:avLst>
              <a:gd name="adj" fmla="val 1027"/>
            </a:avLst>
          </a:prstGeom>
          <a:solidFill>
            <a:srgbClr val="DCFF50"/>
          </a:solidFill>
          <a:ln/>
        </p:spPr>
      </p:sp>
      <p:sp>
        <p:nvSpPr>
          <p:cNvPr id="4" name="Text 2"/>
          <p:cNvSpPr/>
          <p:nvPr/>
        </p:nvSpPr>
        <p:spPr>
          <a:xfrm>
            <a:off x="519633" y="785440"/>
            <a:ext cx="15093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Dataset Fields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9633" y="966862"/>
            <a:ext cx="3508251" cy="60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&amp; City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&amp; Water Source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Pollutant Type &amp; Pollution Level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 Level, Dissolved Oxygen, Temperature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Limit Status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261545" y="785440"/>
            <a:ext cx="1656085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Cleaning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261545" y="966862"/>
            <a:ext cx="4391025" cy="980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duplicate records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Handled missing and null values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state and city names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Corrected inconsistent text values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data types where required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unnecessary columns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for outliers</a:t>
            </a:r>
            <a:endParaRPr lang="en-US" sz="65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 clean dataset for Power BI visualization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96119" y="2021384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40404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01340" y="2210767"/>
            <a:ext cx="126206" cy="1262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2700" y="2105546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Raw Dataset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6119" y="2576289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40404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01340" y="2765673"/>
            <a:ext cx="126206" cy="1262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2700" y="2660452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96119" y="3131195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40404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01340" y="3320579"/>
            <a:ext cx="126206" cy="1262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2700" y="3215357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Transformation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96119" y="3686101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40404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01340" y="3875484"/>
            <a:ext cx="126206" cy="1262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700" y="3770263"/>
            <a:ext cx="1388194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Power BI Visualization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96119" y="4241006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40404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01340" y="4430390"/>
            <a:ext cx="126206" cy="1262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2700" y="4325169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Insights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00943" cy="110430"/>
          </a:xfrm>
          <a:prstGeom prst="roundRect">
            <a:avLst>
              <a:gd name="adj" fmla="val 7703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7316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1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53461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Which States Have the Highest Water Pollution?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89012"/>
            <a:ext cx="5799162" cy="33891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23125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96119" y="4395118"/>
            <a:ext cx="8151763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States with the highest concentration of unsafe water bodies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clustering of pollution hotspots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between industrial activity and pollution levels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States exceeding safe limits across multiple parameters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6633"/>
            <a:ext cx="514127" cy="149796"/>
          </a:xfrm>
          <a:prstGeom prst="roundRect">
            <a:avLst>
              <a:gd name="adj" fmla="val 7275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50590" y="473869"/>
            <a:ext cx="862385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19646"/>
            <a:ext cx="8084418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Which Pollutant Contributes the Most to Water Pollution?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0600"/>
            <a:ext cx="4389611" cy="2852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930253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4159374"/>
            <a:ext cx="8151763" cy="537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frequently detected pollutants across all water sources</a:t>
            </a:r>
            <a:endParaRPr lang="en-US" sz="700" dirty="0"/>
          </a:p>
          <a:p>
            <a:pPr marL="142240" indent="-14224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Pollutants most often exceeding safe thresholds</a:t>
            </a:r>
            <a:endParaRPr lang="en-US" sz="700" dirty="0"/>
          </a:p>
          <a:p>
            <a:pPr marL="142240" indent="-14224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pollutant types by state or region</a:t>
            </a:r>
            <a:endParaRPr lang="en-US" sz="700" dirty="0"/>
          </a:p>
          <a:p>
            <a:pPr marL="142240" indent="-14224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or annual variation in pollutant prevalence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0354"/>
            <a:ext cx="413593" cy="114672"/>
          </a:xfrm>
          <a:prstGeom prst="roundRect">
            <a:avLst>
              <a:gd name="adj" fmla="val 765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39948" y="472232"/>
            <a:ext cx="783134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3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80058"/>
            <a:ext cx="4403899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Which Water Source is Most Polluted?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64989"/>
            <a:ext cx="5267623" cy="32071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128641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4299347"/>
            <a:ext cx="815176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Pollution levels across rivers, lakes, groundwater, and reservoirs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sources most vulnerable to contamination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limit violation rates by source type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for drinking water and irrigation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8076"/>
            <a:ext cx="400943" cy="110430"/>
          </a:xfrm>
          <a:prstGeom prst="roundRect">
            <a:avLst>
              <a:gd name="adj" fmla="val 7703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59284"/>
            <a:ext cx="77316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4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62645"/>
            <a:ext cx="49210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How Has Water Pollution Changed Over Time?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37233"/>
            <a:ext cx="5502325" cy="3273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164285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96119" y="4328145"/>
            <a:ext cx="8151763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Year-over-year trends in overall pollution levels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Improvement or deterioration patterns by state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of policy interventions or industrial growth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Forecasting potential future risk zones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1556"/>
            <a:ext cx="526405" cy="154409"/>
          </a:xfrm>
          <a:prstGeom prst="roundRect">
            <a:avLst>
              <a:gd name="adj" fmla="val 723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51929" y="449461"/>
            <a:ext cx="871984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00373"/>
            <a:ext cx="6178748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Which Cities Require Immediate Attention?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2638"/>
            <a:ext cx="4605189" cy="2853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928021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6119" y="4164881"/>
            <a:ext cx="8151763" cy="556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Cities with the highest frequency of unsafe readings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Urban areas with multiple failing water parameters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ranking for remediation and resource allocation</a:t>
            </a:r>
            <a:endParaRPr lang="en-US" sz="700" dirty="0"/>
          </a:p>
          <a:p>
            <a:pPr marL="142240" indent="-14224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Cities showing worsening trends requiring urgent action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4670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925119" y="1472133"/>
            <a:ext cx="472276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how Power BI can transform raw environmental data into actionable insights — enabling stakeholders to identify pollution hotspots, track trends, and prioritize intervention efforts across states and cities.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2230189"/>
            <a:ext cx="2299097" cy="1373832"/>
          </a:xfrm>
          <a:prstGeom prst="roundRect">
            <a:avLst>
              <a:gd name="adj" fmla="val 1451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4058022" y="2363093"/>
            <a:ext cx="203329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Data-Driven Monitoring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58022" y="2853184"/>
            <a:ext cx="203329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 make complex pollution data accessible and actionable.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48785" y="2230189"/>
            <a:ext cx="2299097" cy="1373832"/>
          </a:xfrm>
          <a:prstGeom prst="roundRect">
            <a:avLst>
              <a:gd name="adj" fmla="val 1451"/>
            </a:avLst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6481688" y="23630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Policy Impact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81688" y="2645494"/>
            <a:ext cx="203329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Findings can guide targeted environmental regulations and resource allocation.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25119" y="3728591"/>
            <a:ext cx="4722763" cy="960165"/>
          </a:xfrm>
          <a:prstGeom prst="roundRect">
            <a:avLst>
              <a:gd name="adj" fmla="val 2076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4058022" y="3861495"/>
            <a:ext cx="179412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Scalable Framework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58022" y="4143896"/>
            <a:ext cx="44569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methodology can be extended to additional regions and real-time data feeds.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485</Words>
  <Application>Microsoft Office PowerPoint</Application>
  <PresentationFormat>On-screen Show (16:9)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Roboto Mono Medium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Lenovo</cp:lastModifiedBy>
  <cp:revision>3</cp:revision>
  <dcterms:created xsi:type="dcterms:W3CDTF">2026-07-04T09:12:44Z</dcterms:created>
  <dcterms:modified xsi:type="dcterms:W3CDTF">2026-07-04T09:20:33Z</dcterms:modified>
</cp:coreProperties>
</file>